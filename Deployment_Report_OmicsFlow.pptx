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58A6FF"/>
                </a:solidFill>
              </a:defRPr>
            </a:pPr>
            <a:r>
              <a:t>OmicsFlow Studio : Déploiement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9D1D9"/>
                </a:solidFill>
              </a:defRPr>
            </a:pPr>
            <a:r>
              <a:t>Migration vers une plateforme interactive &amp; portable</a:t>
            </a:r>
          </a:p>
          <a:p>
            <a: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Isolation &amp;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9D1D9"/>
                </a:solidFill>
              </a:defRPr>
            </a:pPr>
            <a:r>
              <a:t>• Sessions Isolées : Création de dossiers session uniques pour chaque run.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Protection des Données : Aucun écrasement des fichiers sources.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Logic Locks : Pipelines bloqués jusqu'à l'upload effectif des données.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Cloud-Ready : Zéro Dépendance Locale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9D1D9"/>
                </a:solidFill>
              </a:defRPr>
            </a:pPr>
            <a:r>
              <a:t>• Refactorisation : Remplacement des chemins D:\ par des chemins relatifs.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OmicsFlow_App : Un dossier 'clône' dédié uniquement au Web.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Config : requirements.txt (Python) + packages.txt (R System).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Unifié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9D1D9"/>
                </a:solidFill>
              </a:defRPr>
            </a:pPr>
            <a:r>
              <a:t>• Transcriptomique : PyDeseq2 + PCA dynamique.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Protéomique : Double moteur Welch (Pingouin) et DEP (R/Limma).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Métabolomique : Welch + Correction FDR Benjamini-Hochberg.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Visualisation : Volcano Plots interactifs Plotly.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de Mise à Jour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9D1D9"/>
                </a:solidFill>
              </a:defRPr>
            </a:pPr>
            <a:r>
              <a:t>1. Modification dans le dossier local OmicsFlow_App.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2. Envoi vers GitHub (Push).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3. Mise à jour automatique sur Streamlit Cloud.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🚀 L'appli Web vit séparément de vos fichiers de recherche.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