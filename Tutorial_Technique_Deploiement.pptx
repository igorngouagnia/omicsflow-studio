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58A6FF"/>
                </a:solidFill>
              </a:defRPr>
            </a:pPr>
            <a:r>
              <a:t>Guide de Déploiement OmicsFlow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9D1D9"/>
                </a:solidFill>
              </a:defRPr>
            </a:pPr>
            <a:r>
              <a:t>Étape par étape : de votre PC local vers le Web</a:t>
            </a:r>
          </a:p>
          <a:p>
            <a:r>
              <a:t>Automatisé avec GitHub &amp;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1 : Création du dépôt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C9D1D9"/>
                </a:solidFill>
              </a:defRPr>
            </a:pPr>
            <a:r>
              <a:t>1. Connectez-vous sur GitHub.com.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2. Cliquez sur [+] -&gt; 'New repository'.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3. Nommez-le 'OmicsFlow-Studio'.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4. Choisir 'Public' (plus facile) ou 'Private'.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5. Cliquez sur 'Create repository'.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2 : Importation des fichiers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C9D1D9"/>
                </a:solidFill>
              </a:defRPr>
            </a:pPr>
            <a:r>
              <a:t>• Option Facile : Cliquez sur 'uploading an existing file' sur GitHub.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Glissez-déposez TOUT le contenu du dossier local OmicsFlow_App.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• Option Pro : Initialisez un 'git push' depuis votre terminal :</a:t>
            </a:r>
          </a:p>
          <a:p>
            <a:pPr>
              <a:defRPr sz="2000">
                <a:solidFill>
                  <a:srgbClr val="C9D1D9"/>
                </a:solidFill>
              </a:defRPr>
            </a:pPr>
            <a:r>
              <a:t>  git init / git add . / git push origin 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3 : Streamlit Community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C9D1D9"/>
                </a:solidFill>
              </a:defRPr>
            </a:pPr>
            <a:r>
              <a:t>1. Allez sur share.streamlit.io.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2. Connectez votre compte GitHub.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3. Cliquez sur 'Create app'.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4. Sélectionnez votre dépôt et le fichier 'app.py'.</a:t>
            </a:r>
          </a:p>
          <a:p>
            <a:pPr>
              <a:defRPr sz="2200">
                <a:solidFill>
                  <a:srgbClr val="C9D1D9"/>
                </a:solidFill>
              </a:defRPr>
            </a:pPr>
            <a:r>
              <a:t>5. Cliquez sur 'Deploy!'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de Construction Automatique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C9D1D9"/>
                </a:solidFill>
              </a:defRPr>
            </a:pPr>
            <a:r>
              <a:t>• packages.txt : Streamlit installe R et les librairies système Debian.</a:t>
            </a:r>
          </a:p>
          <a:p>
            <a:pPr>
              <a:defRPr sz="1800">
                <a:solidFill>
                  <a:srgbClr val="C9D1D9"/>
                </a:solidFill>
              </a:defRPr>
            </a:pPr>
            <a:r>
              <a:t>• requirements.txt : Installation automatique de PyDeseq2, Plotly, etc.</a:t>
            </a:r>
          </a:p>
          <a:p>
            <a:pPr>
              <a:defRPr sz="1800">
                <a:solidFill>
                  <a:srgbClr val="C9D1D9"/>
                </a:solidFill>
              </a:defRPr>
            </a:pPr>
            <a:r>
              <a:t>• Temps estimé : 4 à 5 minutes pour le premier déploiement.</a:t>
            </a:r>
          </a:p>
          <a:p>
            <a:pPr>
              <a:defRPr sz="1800">
                <a:solidFill>
                  <a:srgbClr val="C9D1D9"/>
                </a:solidFill>
              </a:defRPr>
            </a:pPr>
            <a:r>
              <a:t>• URL Finale : https://omicsflow-studio-xxxx.streamlit.app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