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Rapport d'Analyse Transcriptomique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Analyse Multi-Cohortes : Pathologie &amp; Effet Rescue</a:t>
            </a:r>
          </a:p>
          <a:p>
            <a:r>
              <a:t>Date : 03/03/2026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 / 3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Disease / Rescue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Signature Patho (|L2FC|&gt;1 &amp; P&lt;0.05)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1415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3.75%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Efficacité Rescue (Patho Signif. + Rescue Signif.)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364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Disease / Rescue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WT_treated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Signature Patho (|L2FC|&gt;1 &amp; P&lt;0.05)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2124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7.05%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Efficacité Rescue (Patho Signif. + Rescue Signif.)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1582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74.5%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Disease / Rescue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3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Signature Patho (|L2FC|&gt;1 &amp; P&lt;0.05)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1139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3.71%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Efficacité Rescue (Patho Signif. + Rescue Signif.)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Disease / Rescue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WT_treated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Signature Patho (|L2FC|&gt;1 &amp; P&lt;0.05)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618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2.08%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Efficacité Rescue (Patho Signif. + Rescue Signif.)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184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29.8%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2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Disease / Rescue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Signature Patho (|L2FC|&gt;1 &amp; P&lt;0.05)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1369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4.56%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Efficacité Rescue (Patho Signif. + Rescue Signif.)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528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38.6%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Disease / Rescue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Signature Patho (|L2FC|&gt;1 &amp; P&lt;0.05)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547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0.99%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Efficacité Rescue (Patho Signif. + Rescue Signif.)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179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32.7%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Échantillons Disease / Rescue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Signature Patho (|L2FC|&gt;1 &amp; P&lt;0.05)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1155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2.08%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Efficacité Rescue (Patho Signif. + Rescue Signif.)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67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