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Analyse Différentielle Cohorte 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Référence : WT treated</a:t>
            </a:r>
          </a:p>
          <a:p>
            <a:r>
              <a:t>Fichier : GSE282489_raw_counts_dnm2_cohort.txt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des Gènes - Cohorte G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457200">
                <a:tc>
                  <a:txBody>
                    <a:bodyPr/>
                    <a:lstStyle/>
                    <a:p>
                      <a:r>
                        <a:t>Indicateur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Valeur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Signature Patho (vs WT treated)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2191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Efficacité Rescue (vs Disease)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879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Seuils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P-adj &lt; 0.05 | |Log2FC| &gt; 1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