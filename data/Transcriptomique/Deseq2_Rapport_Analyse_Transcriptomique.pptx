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Rapport d'Analyse Transcriptomique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Bilan Multi-Cohortes : DESeq2 &amp; Efficacité Rescue</a:t>
            </a:r>
          </a:p>
          <a:p>
            <a:r>
              <a:t>Date : 26/03/2026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Cohorte 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Indicateur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Échantillons WT / WT 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5 / 3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Échantillons Disease / Rescue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5 / 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Référence Choisie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WT treated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Signature Patho (|L2FC|&gt;1 &amp; P&lt;0.05)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1279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Ratio Patho / Total Gènes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3.39%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Efficacité Rescue (Patho + Rescue Signif.)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597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Ratio Rescue / Patho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46.7%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Cohorte B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Indicateur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Échantillons WT / WT 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3 / 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Échantillons Disease / Rescue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4 / 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Référence Choisie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WT treated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Signature Patho (|L2FC|&gt;1 &amp; P&lt;0.05)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2456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Ratio Patho / Total Gènes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8.16%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Efficacité Rescue (Patho + Rescue Signif.)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2097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Ratio Rescue / Patho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85.4%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Cohorte 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Indicateur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Échantillons WT / WT 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4 / 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Échantillons Disease / Rescue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4 / 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Référence Choisie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WT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Signature Patho (|L2FC|&gt;1 &amp; P&lt;0.05)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1645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Ratio Patho / Total Gènes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5.36%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Efficacité Rescue (Patho + Rescue Signif.)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Ratio Rescue / Patho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0.1%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Cohorte 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Indicateur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Échantillons WT / WT 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4 / 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Échantillons Disease / Rescue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4 / 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Référence Choisie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WT treated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Signature Patho (|L2FC|&gt;1 &amp; P&lt;0.05)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793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Ratio Patho / Total Gènes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2.67%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Efficacité Rescue (Patho + Rescue Signif.)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396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Ratio Rescue / Patho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49.9%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Cohorte 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Indicateur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Échantillons WT / WT 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4 / 2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Échantillons Disease / Rescue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6 / 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Référence Choisie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WT treated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Signature Patho (|L2FC|&gt;1 &amp; P&lt;0.05)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1221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Ratio Patho / Total Gènes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4.06%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Efficacité Rescue (Patho + Rescue Signif.)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734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Ratio Rescue / Patho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60.1%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Cohorte 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Indicateur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Échantillons WT / WT 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4 / 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Échantillons Disease / Rescue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4 / 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Référence Choisie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WT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Signature Patho (|L2FC|&gt;1 &amp; P&lt;0.05)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799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Ratio Patho / Total Gènes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1.44%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Efficacité Rescue (Patho + Rescue Signif.)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173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Ratio Rescue / Patho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21.7%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Cohorte 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Indicateur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Échantillons WT / WT 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4 / 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Échantillons Disease / Rescue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4 / 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Référence Choisie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WT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Signature Patho (|L2FC|&gt;1 &amp; P&lt;0.05)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1273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Ratio Patho / Total Gènes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2.30%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Efficacité Rescue (Patho + Rescue Signif.)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189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Ratio Rescue / Patho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14.8%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